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attanakarn Bold" charset="1" panose="00000000000000000000"/>
      <p:regular r:id="rId25"/>
    </p:embeddedFont>
    <p:embeddedFont>
      <p:font typeface="Negrita Pro" charset="1" panose="00000500000000000000"/>
      <p:regular r:id="rId26"/>
    </p:embeddedFont>
    <p:embeddedFont>
      <p:font typeface="Montserrat" charset="1" panose="00000500000000000000"/>
      <p:regular r:id="rId27"/>
    </p:embeddedFont>
    <p:embeddedFont>
      <p:font typeface="Roca Two" charset="1" panose="00000500000000000000"/>
      <p:regular r:id="rId28"/>
    </p:embeddedFont>
    <p:embeddedFont>
      <p:font typeface="Canva Sans Bold" charset="1" panose="020B0803030501040103"/>
      <p:regular r:id="rId29"/>
    </p:embeddedFont>
    <p:embeddedFont>
      <p:font typeface="Montserrat Bold" charset="1" panose="00000800000000000000"/>
      <p:regular r:id="rId30"/>
    </p:embeddedFont>
    <p:embeddedFont>
      <p:font typeface="Roca Two Bold" charset="1" panose="00000800000000000000"/>
      <p:regular r:id="rId31"/>
    </p:embeddedFont>
    <p:embeddedFont>
      <p:font typeface="Canva Sans" charset="1" panose="020B05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2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7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1.pn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10.png" Type="http://schemas.openxmlformats.org/officeDocument/2006/relationships/image"/><Relationship Id="rId16" Target="../media/image11.svg" Type="http://schemas.openxmlformats.org/officeDocument/2006/relationships/image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9.png" Type="http://schemas.openxmlformats.org/officeDocument/2006/relationships/image"/><Relationship Id="rId8" Target="../media/image18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36.png" Type="http://schemas.openxmlformats.org/officeDocument/2006/relationships/image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8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18.png" Type="http://schemas.openxmlformats.org/officeDocument/2006/relationships/image"/><Relationship Id="rId12" Target="../media/image38.pn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6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3.png" Type="http://schemas.openxmlformats.org/officeDocument/2006/relationships/image"/><Relationship Id="rId8" Target="../media/image3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9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40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png" Type="http://schemas.openxmlformats.org/officeDocument/2006/relationships/image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8979" y="2120530"/>
            <a:ext cx="7290265" cy="7038420"/>
          </a:xfrm>
          <a:custGeom>
            <a:avLst/>
            <a:gdLst/>
            <a:ahLst/>
            <a:cxnLst/>
            <a:rect r="r" b="b" t="t" l="l"/>
            <a:pathLst>
              <a:path h="7038420" w="7290265">
                <a:moveTo>
                  <a:pt x="0" y="0"/>
                </a:moveTo>
                <a:lnTo>
                  <a:pt x="7290265" y="0"/>
                </a:lnTo>
                <a:lnTo>
                  <a:pt x="7290265" y="7038420"/>
                </a:lnTo>
                <a:lnTo>
                  <a:pt x="0" y="7038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247793" cy="10287000"/>
            <a:chOff x="0" y="0"/>
            <a:chExt cx="32257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257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225756">
                  <a:moveTo>
                    <a:pt x="0" y="0"/>
                  </a:moveTo>
                  <a:lnTo>
                    <a:pt x="3225756" y="0"/>
                  </a:lnTo>
                  <a:lnTo>
                    <a:pt x="322575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91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257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3268950"/>
            <a:ext cx="12187954" cy="1589593"/>
            <a:chOff x="0" y="0"/>
            <a:chExt cx="3209996" cy="4186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9996" cy="418658"/>
            </a:xfrm>
            <a:custGeom>
              <a:avLst/>
              <a:gdLst/>
              <a:ahLst/>
              <a:cxnLst/>
              <a:rect r="r" b="b" t="t" l="l"/>
              <a:pathLst>
                <a:path h="418658" w="3209996">
                  <a:moveTo>
                    <a:pt x="0" y="0"/>
                  </a:moveTo>
                  <a:lnTo>
                    <a:pt x="3209996" y="0"/>
                  </a:lnTo>
                  <a:lnTo>
                    <a:pt x="3209996" y="418658"/>
                  </a:lnTo>
                  <a:lnTo>
                    <a:pt x="0" y="418658"/>
                  </a:lnTo>
                  <a:close/>
                </a:path>
              </a:pathLst>
            </a:custGeom>
            <a:gradFill rotWithShape="true">
              <a:gsLst>
                <a:gs pos="0">
                  <a:srgbClr val="009BA4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09996" cy="456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839" y="8138206"/>
            <a:ext cx="12187954" cy="1986314"/>
            <a:chOff x="0" y="0"/>
            <a:chExt cx="3209996" cy="5231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09996" cy="523144"/>
            </a:xfrm>
            <a:custGeom>
              <a:avLst/>
              <a:gdLst/>
              <a:ahLst/>
              <a:cxnLst/>
              <a:rect r="r" b="b" t="t" l="l"/>
              <a:pathLst>
                <a:path h="523144" w="3209996">
                  <a:moveTo>
                    <a:pt x="0" y="0"/>
                  </a:moveTo>
                  <a:lnTo>
                    <a:pt x="3209996" y="0"/>
                  </a:lnTo>
                  <a:lnTo>
                    <a:pt x="3209996" y="523144"/>
                  </a:lnTo>
                  <a:lnTo>
                    <a:pt x="0" y="523144"/>
                  </a:lnTo>
                  <a:close/>
                </a:path>
              </a:pathLst>
            </a:custGeom>
            <a:gradFill rotWithShape="true">
              <a:gsLst>
                <a:gs pos="0">
                  <a:srgbClr val="009BA4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209996" cy="561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093977" y="-3511059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620807" y="4906168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3" y="0"/>
                </a:lnTo>
                <a:lnTo>
                  <a:pt x="5417903" y="5417903"/>
                </a:lnTo>
                <a:lnTo>
                  <a:pt x="0" y="54179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5970" y="489068"/>
            <a:ext cx="2158285" cy="1541632"/>
          </a:xfrm>
          <a:custGeom>
            <a:avLst/>
            <a:gdLst/>
            <a:ahLst/>
            <a:cxnLst/>
            <a:rect r="r" b="b" t="t" l="l"/>
            <a:pathLst>
              <a:path h="1541632" w="2158285">
                <a:moveTo>
                  <a:pt x="0" y="0"/>
                </a:moveTo>
                <a:lnTo>
                  <a:pt x="2158285" y="0"/>
                </a:lnTo>
                <a:lnTo>
                  <a:pt x="2158285" y="1541632"/>
                </a:lnTo>
                <a:lnTo>
                  <a:pt x="0" y="15416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6197" y="3484290"/>
            <a:ext cx="12851132" cy="104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2"/>
              </a:lnSpc>
              <a:spcBef>
                <a:spcPct val="0"/>
              </a:spcBef>
            </a:pPr>
            <a:r>
              <a:rPr lang="en-US" b="true" sz="6123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ADVANCED PROGRAMATION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83679" y="4545597"/>
            <a:ext cx="6808550" cy="109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2"/>
              </a:lnSpc>
              <a:spcBef>
                <a:spcPct val="0"/>
              </a:spcBef>
            </a:pPr>
            <a:r>
              <a:rPr lang="en-US" sz="6423">
                <a:solidFill>
                  <a:srgbClr val="FFFFFF"/>
                </a:solidFill>
                <a:latin typeface="Negrita Pro"/>
                <a:ea typeface="Negrita Pro"/>
                <a:cs typeface="Negrita Pro"/>
                <a:sym typeface="Negrita Pro"/>
              </a:rPr>
              <a:t>“SECURE SHARE”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5970" y="6079455"/>
            <a:ext cx="10233009" cy="79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sz="226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#YOUR FILES SHARED AND STORED WITH COMPLETE CONFIDENTIALITY...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6197" y="8145756"/>
            <a:ext cx="4436117" cy="19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BOUASRIA Chaima</a:t>
            </a:r>
          </a:p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AMEZIANE manel fatma</a:t>
            </a:r>
          </a:p>
          <a:p>
            <a:pPr algn="l">
              <a:lnSpc>
                <a:spcPts val="3152"/>
              </a:lnSpc>
            </a:pPr>
          </a:p>
          <a:p>
            <a:pPr algn="l">
              <a:lnSpc>
                <a:spcPts val="3152"/>
              </a:lnSpc>
            </a:pPr>
            <a:r>
              <a:rPr lang="en-US" sz="225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3th year, GR: 04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289" t="0" r="-16289" b="-2703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661211"/>
            <a:ext cx="16527549" cy="8964579"/>
            <a:chOff x="0" y="0"/>
            <a:chExt cx="4352935" cy="23610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2935" cy="2361041"/>
            </a:xfrm>
            <a:custGeom>
              <a:avLst/>
              <a:gdLst/>
              <a:ahLst/>
              <a:cxnLst/>
              <a:rect r="r" b="b" t="t" l="l"/>
              <a:pathLst>
                <a:path h="2361041" w="4352935">
                  <a:moveTo>
                    <a:pt x="14990" y="0"/>
                  </a:moveTo>
                  <a:lnTo>
                    <a:pt x="4337945" y="0"/>
                  </a:lnTo>
                  <a:cubicBezTo>
                    <a:pt x="4346223" y="0"/>
                    <a:pt x="4352935" y="6711"/>
                    <a:pt x="4352935" y="14990"/>
                  </a:cubicBezTo>
                  <a:lnTo>
                    <a:pt x="4352935" y="2346052"/>
                  </a:lnTo>
                  <a:cubicBezTo>
                    <a:pt x="4352935" y="2354330"/>
                    <a:pt x="4346223" y="2361041"/>
                    <a:pt x="4337945" y="2361041"/>
                  </a:cubicBezTo>
                  <a:lnTo>
                    <a:pt x="14990" y="2361041"/>
                  </a:lnTo>
                  <a:cubicBezTo>
                    <a:pt x="6711" y="2361041"/>
                    <a:pt x="0" y="2354330"/>
                    <a:pt x="0" y="2346052"/>
                  </a:cubicBezTo>
                  <a:lnTo>
                    <a:pt x="0" y="14990"/>
                  </a:lnTo>
                  <a:cubicBezTo>
                    <a:pt x="0" y="6711"/>
                    <a:pt x="6711" y="0"/>
                    <a:pt x="149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52935" cy="2399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08951" y="-564287"/>
            <a:ext cx="12562544" cy="12128565"/>
          </a:xfrm>
          <a:custGeom>
            <a:avLst/>
            <a:gdLst/>
            <a:ahLst/>
            <a:cxnLst/>
            <a:rect r="r" b="b" t="t" l="l"/>
            <a:pathLst>
              <a:path h="12128565" w="12562544">
                <a:moveTo>
                  <a:pt x="0" y="0"/>
                </a:moveTo>
                <a:lnTo>
                  <a:pt x="12562545" y="0"/>
                </a:lnTo>
                <a:lnTo>
                  <a:pt x="12562545" y="12128566"/>
                </a:lnTo>
                <a:lnTo>
                  <a:pt x="0" y="12128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3805283"/>
            <a:ext cx="11740260" cy="5453017"/>
          </a:xfrm>
          <a:custGeom>
            <a:avLst/>
            <a:gdLst/>
            <a:ahLst/>
            <a:cxnLst/>
            <a:rect r="r" b="b" t="t" l="l"/>
            <a:pathLst>
              <a:path h="5453017" w="11740260">
                <a:moveTo>
                  <a:pt x="0" y="0"/>
                </a:moveTo>
                <a:lnTo>
                  <a:pt x="11740260" y="0"/>
                </a:lnTo>
                <a:lnTo>
                  <a:pt x="11740260" y="5453017"/>
                </a:lnTo>
                <a:lnTo>
                  <a:pt x="0" y="5453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3031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930525">
            <a:off x="12141658" y="4504146"/>
            <a:ext cx="2170647" cy="1278708"/>
          </a:xfrm>
          <a:custGeom>
            <a:avLst/>
            <a:gdLst/>
            <a:ahLst/>
            <a:cxnLst/>
            <a:rect r="r" b="b" t="t" l="l"/>
            <a:pathLst>
              <a:path h="1278708" w="2170647">
                <a:moveTo>
                  <a:pt x="0" y="0"/>
                </a:moveTo>
                <a:lnTo>
                  <a:pt x="2170647" y="0"/>
                </a:lnTo>
                <a:lnTo>
                  <a:pt x="2170647" y="1278708"/>
                </a:lnTo>
                <a:lnTo>
                  <a:pt x="0" y="1278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556436"/>
            <a:ext cx="4785592" cy="1002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sz="5899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HOME PAGE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6447" y="1928558"/>
            <a:ext cx="14587554" cy="134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1"/>
              </a:lnSpc>
              <a:spcBef>
                <a:spcPct val="0"/>
              </a:spcBef>
            </a:pPr>
            <a:r>
              <a:rPr lang="en-US" b="true" sz="386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the user enters the home page he chooses between login or sign up in the site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8960" y="6019255"/>
            <a:ext cx="4490340" cy="252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 can also use these 3 points at the top to go to these pages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02391" t="-121245" r="-107760" b="-5798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3299" y="594545"/>
            <a:ext cx="17189521" cy="9300762"/>
            <a:chOff x="0" y="0"/>
            <a:chExt cx="4527281" cy="24495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27281" cy="2449583"/>
            </a:xfrm>
            <a:custGeom>
              <a:avLst/>
              <a:gdLst/>
              <a:ahLst/>
              <a:cxnLst/>
              <a:rect r="r" b="b" t="t" l="l"/>
              <a:pathLst>
                <a:path h="2449583" w="4527281">
                  <a:moveTo>
                    <a:pt x="14412" y="0"/>
                  </a:moveTo>
                  <a:lnTo>
                    <a:pt x="4512869" y="0"/>
                  </a:lnTo>
                  <a:cubicBezTo>
                    <a:pt x="4516691" y="0"/>
                    <a:pt x="4520357" y="1518"/>
                    <a:pt x="4523060" y="4221"/>
                  </a:cubicBezTo>
                  <a:cubicBezTo>
                    <a:pt x="4525763" y="6924"/>
                    <a:pt x="4527281" y="10590"/>
                    <a:pt x="4527281" y="14412"/>
                  </a:cubicBezTo>
                  <a:lnTo>
                    <a:pt x="4527281" y="2435171"/>
                  </a:lnTo>
                  <a:cubicBezTo>
                    <a:pt x="4527281" y="2438993"/>
                    <a:pt x="4525763" y="2442659"/>
                    <a:pt x="4523060" y="2445362"/>
                  </a:cubicBezTo>
                  <a:cubicBezTo>
                    <a:pt x="4520357" y="2448065"/>
                    <a:pt x="4516691" y="2449583"/>
                    <a:pt x="4512869" y="2449583"/>
                  </a:cubicBezTo>
                  <a:lnTo>
                    <a:pt x="14412" y="2449583"/>
                  </a:lnTo>
                  <a:cubicBezTo>
                    <a:pt x="6453" y="2449583"/>
                    <a:pt x="0" y="2443131"/>
                    <a:pt x="0" y="2435171"/>
                  </a:cubicBezTo>
                  <a:lnTo>
                    <a:pt x="0" y="14412"/>
                  </a:lnTo>
                  <a:cubicBezTo>
                    <a:pt x="0" y="10590"/>
                    <a:pt x="1518" y="6924"/>
                    <a:pt x="4221" y="4221"/>
                  </a:cubicBezTo>
                  <a:cubicBezTo>
                    <a:pt x="6924" y="1518"/>
                    <a:pt x="10590" y="0"/>
                    <a:pt x="144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27281" cy="24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83559" y="594545"/>
            <a:ext cx="5947398" cy="1269907"/>
          </a:xfrm>
          <a:custGeom>
            <a:avLst/>
            <a:gdLst/>
            <a:ahLst/>
            <a:cxnLst/>
            <a:rect r="r" b="b" t="t" l="l"/>
            <a:pathLst>
              <a:path h="1269907" w="5947398">
                <a:moveTo>
                  <a:pt x="0" y="0"/>
                </a:moveTo>
                <a:lnTo>
                  <a:pt x="5947398" y="0"/>
                </a:lnTo>
                <a:lnTo>
                  <a:pt x="5947398" y="1269907"/>
                </a:lnTo>
                <a:lnTo>
                  <a:pt x="0" y="1269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860" t="-447461" r="-120801" b="-28030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42227" y="2193258"/>
            <a:ext cx="11040593" cy="7065042"/>
          </a:xfrm>
          <a:custGeom>
            <a:avLst/>
            <a:gdLst/>
            <a:ahLst/>
            <a:cxnLst/>
            <a:rect r="r" b="b" t="t" l="l"/>
            <a:pathLst>
              <a:path h="7065042" w="11040593">
                <a:moveTo>
                  <a:pt x="0" y="0"/>
                </a:moveTo>
                <a:lnTo>
                  <a:pt x="11040593" y="0"/>
                </a:lnTo>
                <a:lnTo>
                  <a:pt x="11040593" y="7065042"/>
                </a:lnTo>
                <a:lnTo>
                  <a:pt x="0" y="70650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056" t="0" r="-1183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900576">
            <a:off x="5144814" y="1379704"/>
            <a:ext cx="2762068" cy="1627109"/>
          </a:xfrm>
          <a:custGeom>
            <a:avLst/>
            <a:gdLst/>
            <a:ahLst/>
            <a:cxnLst/>
            <a:rect r="r" b="b" t="t" l="l"/>
            <a:pathLst>
              <a:path h="1627109" w="2762068">
                <a:moveTo>
                  <a:pt x="0" y="0"/>
                </a:moveTo>
                <a:lnTo>
                  <a:pt x="2762068" y="0"/>
                </a:lnTo>
                <a:lnTo>
                  <a:pt x="2762068" y="1627109"/>
                </a:lnTo>
                <a:lnTo>
                  <a:pt x="0" y="16271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7060" y="2899394"/>
            <a:ext cx="6095167" cy="559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the user creates a new account . the site prompts him to enter his information and then sends him a confirmation email containing a verification code ( it uses my email bouasriachaima362@gmail.com because i put it in the configuration and also adding a  3</a:t>
            </a: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rd</a:t>
            </a: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person code 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289" t="0" r="-16289" b="-2703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0681" y="594545"/>
            <a:ext cx="17321511" cy="9170134"/>
            <a:chOff x="0" y="0"/>
            <a:chExt cx="4562044" cy="24151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415179"/>
            </a:xfrm>
            <a:custGeom>
              <a:avLst/>
              <a:gdLst/>
              <a:ahLst/>
              <a:cxnLst/>
              <a:rect r="r" b="b" t="t" l="l"/>
              <a:pathLst>
                <a:path h="2415179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400877"/>
                  </a:lnTo>
                  <a:cubicBezTo>
                    <a:pt x="4562044" y="2404670"/>
                    <a:pt x="4560537" y="2408308"/>
                    <a:pt x="4557855" y="2410990"/>
                  </a:cubicBezTo>
                  <a:cubicBezTo>
                    <a:pt x="4555173" y="2413672"/>
                    <a:pt x="4551535" y="2415179"/>
                    <a:pt x="4547741" y="2415179"/>
                  </a:cubicBezTo>
                  <a:lnTo>
                    <a:pt x="14303" y="2415179"/>
                  </a:lnTo>
                  <a:cubicBezTo>
                    <a:pt x="10509" y="2415179"/>
                    <a:pt x="6871" y="2413672"/>
                    <a:pt x="4189" y="2410990"/>
                  </a:cubicBezTo>
                  <a:cubicBezTo>
                    <a:pt x="1507" y="2408308"/>
                    <a:pt x="0" y="2404670"/>
                    <a:pt x="0" y="2400877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453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82998" y="3590386"/>
            <a:ext cx="11269193" cy="6174293"/>
          </a:xfrm>
          <a:custGeom>
            <a:avLst/>
            <a:gdLst/>
            <a:ahLst/>
            <a:cxnLst/>
            <a:rect r="r" b="b" t="t" l="l"/>
            <a:pathLst>
              <a:path h="6174293" w="11269193">
                <a:moveTo>
                  <a:pt x="0" y="0"/>
                </a:moveTo>
                <a:lnTo>
                  <a:pt x="11269194" y="0"/>
                </a:lnTo>
                <a:lnTo>
                  <a:pt x="11269194" y="6174293"/>
                </a:lnTo>
                <a:lnTo>
                  <a:pt x="0" y="61742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244" t="-14426" r="-1217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0681" y="594545"/>
            <a:ext cx="8049343" cy="4868007"/>
          </a:xfrm>
          <a:custGeom>
            <a:avLst/>
            <a:gdLst/>
            <a:ahLst/>
            <a:cxnLst/>
            <a:rect r="r" b="b" t="t" l="l"/>
            <a:pathLst>
              <a:path h="4868007" w="8049343">
                <a:moveTo>
                  <a:pt x="0" y="0"/>
                </a:moveTo>
                <a:lnTo>
                  <a:pt x="8049343" y="0"/>
                </a:lnTo>
                <a:lnTo>
                  <a:pt x="8049343" y="4868007"/>
                </a:lnTo>
                <a:lnTo>
                  <a:pt x="0" y="48680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363" t="-51391" r="-66942" b="-2683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80024" y="1532986"/>
            <a:ext cx="4835769" cy="4114800"/>
          </a:xfrm>
          <a:custGeom>
            <a:avLst/>
            <a:gdLst/>
            <a:ahLst/>
            <a:cxnLst/>
            <a:rect r="r" b="b" t="t" l="l"/>
            <a:pathLst>
              <a:path h="4114800" w="4835769">
                <a:moveTo>
                  <a:pt x="0" y="0"/>
                </a:moveTo>
                <a:lnTo>
                  <a:pt x="4835770" y="0"/>
                </a:lnTo>
                <a:lnTo>
                  <a:pt x="4835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289" t="0" r="-16289" b="-2703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4885" y="476790"/>
            <a:ext cx="17918230" cy="9333419"/>
            <a:chOff x="0" y="0"/>
            <a:chExt cx="4719205" cy="2458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19205" cy="2458184"/>
            </a:xfrm>
            <a:custGeom>
              <a:avLst/>
              <a:gdLst/>
              <a:ahLst/>
              <a:cxnLst/>
              <a:rect r="r" b="b" t="t" l="l"/>
              <a:pathLst>
                <a:path h="2458184" w="4719205">
                  <a:moveTo>
                    <a:pt x="13826" y="0"/>
                  </a:moveTo>
                  <a:lnTo>
                    <a:pt x="4705378" y="0"/>
                  </a:lnTo>
                  <a:cubicBezTo>
                    <a:pt x="4709045" y="0"/>
                    <a:pt x="4712562" y="1457"/>
                    <a:pt x="4715155" y="4050"/>
                  </a:cubicBezTo>
                  <a:cubicBezTo>
                    <a:pt x="4717748" y="6643"/>
                    <a:pt x="4719205" y="10159"/>
                    <a:pt x="4719205" y="13826"/>
                  </a:cubicBezTo>
                  <a:lnTo>
                    <a:pt x="4719205" y="2444358"/>
                  </a:lnTo>
                  <a:cubicBezTo>
                    <a:pt x="4719205" y="2448025"/>
                    <a:pt x="4717748" y="2451542"/>
                    <a:pt x="4715155" y="2454135"/>
                  </a:cubicBezTo>
                  <a:cubicBezTo>
                    <a:pt x="4712562" y="2456728"/>
                    <a:pt x="4709045" y="2458184"/>
                    <a:pt x="4705378" y="2458184"/>
                  </a:cubicBezTo>
                  <a:lnTo>
                    <a:pt x="13826" y="2458184"/>
                  </a:lnTo>
                  <a:cubicBezTo>
                    <a:pt x="10159" y="2458184"/>
                    <a:pt x="6643" y="2456728"/>
                    <a:pt x="4050" y="2454135"/>
                  </a:cubicBezTo>
                  <a:cubicBezTo>
                    <a:pt x="1457" y="2451542"/>
                    <a:pt x="0" y="2448025"/>
                    <a:pt x="0" y="2444358"/>
                  </a:cubicBezTo>
                  <a:lnTo>
                    <a:pt x="0" y="13826"/>
                  </a:lnTo>
                  <a:cubicBezTo>
                    <a:pt x="0" y="10159"/>
                    <a:pt x="1457" y="6643"/>
                    <a:pt x="4050" y="4050"/>
                  </a:cubicBezTo>
                  <a:cubicBezTo>
                    <a:pt x="6643" y="1457"/>
                    <a:pt x="10159" y="0"/>
                    <a:pt x="138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719205" cy="2496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25807" y="3042344"/>
            <a:ext cx="10877308" cy="6215956"/>
          </a:xfrm>
          <a:custGeom>
            <a:avLst/>
            <a:gdLst/>
            <a:ahLst/>
            <a:cxnLst/>
            <a:rect r="r" b="b" t="t" l="l"/>
            <a:pathLst>
              <a:path h="6215956" w="10877308">
                <a:moveTo>
                  <a:pt x="0" y="0"/>
                </a:moveTo>
                <a:lnTo>
                  <a:pt x="10877308" y="0"/>
                </a:lnTo>
                <a:lnTo>
                  <a:pt x="10877308" y="6215956"/>
                </a:lnTo>
                <a:lnTo>
                  <a:pt x="0" y="62159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108" t="-13659" r="-1260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1202" y="892807"/>
            <a:ext cx="5654605" cy="1608921"/>
          </a:xfrm>
          <a:custGeom>
            <a:avLst/>
            <a:gdLst/>
            <a:ahLst/>
            <a:cxnLst/>
            <a:rect r="r" b="b" t="t" l="l"/>
            <a:pathLst>
              <a:path h="1608921" w="5654605">
                <a:moveTo>
                  <a:pt x="0" y="0"/>
                </a:moveTo>
                <a:lnTo>
                  <a:pt x="5654605" y="0"/>
                </a:lnTo>
                <a:lnTo>
                  <a:pt x="5654605" y="1608921"/>
                </a:lnTo>
                <a:lnTo>
                  <a:pt x="0" y="16089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3955" t="-308109" r="-108575" b="-16855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002821">
            <a:off x="6140484" y="2402990"/>
            <a:ext cx="2170647" cy="1278708"/>
          </a:xfrm>
          <a:custGeom>
            <a:avLst/>
            <a:gdLst/>
            <a:ahLst/>
            <a:cxnLst/>
            <a:rect r="r" b="b" t="t" l="l"/>
            <a:pathLst>
              <a:path h="1278708" w="2170647">
                <a:moveTo>
                  <a:pt x="0" y="0"/>
                </a:moveTo>
                <a:lnTo>
                  <a:pt x="2170646" y="0"/>
                </a:lnTo>
                <a:lnTo>
                  <a:pt x="2170646" y="1278708"/>
                </a:lnTo>
                <a:lnTo>
                  <a:pt x="0" y="12787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488526"/>
            <a:ext cx="4911108" cy="16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the user has an account he can directly enter to his account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289" t="0" r="-16289" b="-2703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0681" y="1028700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3018" y="3454228"/>
            <a:ext cx="13457222" cy="6085327"/>
          </a:xfrm>
          <a:custGeom>
            <a:avLst/>
            <a:gdLst/>
            <a:ahLst/>
            <a:cxnLst/>
            <a:rect r="r" b="b" t="t" l="l"/>
            <a:pathLst>
              <a:path h="6085327" w="13457222">
                <a:moveTo>
                  <a:pt x="0" y="0"/>
                </a:moveTo>
                <a:lnTo>
                  <a:pt x="13457222" y="0"/>
                </a:lnTo>
                <a:lnTo>
                  <a:pt x="13457222" y="6085328"/>
                </a:lnTo>
                <a:lnTo>
                  <a:pt x="0" y="60853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099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033372">
            <a:off x="14043182" y="6426206"/>
            <a:ext cx="2745217" cy="823565"/>
          </a:xfrm>
          <a:custGeom>
            <a:avLst/>
            <a:gdLst/>
            <a:ahLst/>
            <a:cxnLst/>
            <a:rect r="r" b="b" t="t" l="l"/>
            <a:pathLst>
              <a:path h="823565" w="2745217">
                <a:moveTo>
                  <a:pt x="0" y="0"/>
                </a:moveTo>
                <a:lnTo>
                  <a:pt x="2745217" y="0"/>
                </a:lnTo>
                <a:lnTo>
                  <a:pt x="2745217" y="823565"/>
                </a:lnTo>
                <a:lnTo>
                  <a:pt x="0" y="823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3103668" y="517524"/>
            <a:ext cx="13457222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3018" y="1842597"/>
            <a:ext cx="15481965" cy="114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the user enters to his account , he is directed to the dashbord where he finds his files and buttons to other pages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60240" y="4275300"/>
            <a:ext cx="141184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scrol</a:t>
            </a: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289" t="0" r="-16289" b="-2703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0681" y="1028700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0681" y="1028700"/>
            <a:ext cx="13673518" cy="5514715"/>
          </a:xfrm>
          <a:custGeom>
            <a:avLst/>
            <a:gdLst/>
            <a:ahLst/>
            <a:cxnLst/>
            <a:rect r="r" b="b" t="t" l="l"/>
            <a:pathLst>
              <a:path h="5514715" w="13673518">
                <a:moveTo>
                  <a:pt x="0" y="0"/>
                </a:moveTo>
                <a:lnTo>
                  <a:pt x="13673518" y="0"/>
                </a:lnTo>
                <a:lnTo>
                  <a:pt x="13673518" y="5514715"/>
                </a:lnTo>
                <a:lnTo>
                  <a:pt x="0" y="55147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0793" r="-47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4804" y="2501728"/>
            <a:ext cx="1686892" cy="506068"/>
          </a:xfrm>
          <a:custGeom>
            <a:avLst/>
            <a:gdLst/>
            <a:ahLst/>
            <a:cxnLst/>
            <a:rect r="r" b="b" t="t" l="l"/>
            <a:pathLst>
              <a:path h="506068" w="1686892">
                <a:moveTo>
                  <a:pt x="0" y="0"/>
                </a:moveTo>
                <a:lnTo>
                  <a:pt x="1686892" y="0"/>
                </a:lnTo>
                <a:lnTo>
                  <a:pt x="1686892" y="506068"/>
                </a:lnTo>
                <a:lnTo>
                  <a:pt x="0" y="506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189471">
            <a:off x="3356048" y="6029232"/>
            <a:ext cx="2170647" cy="1278708"/>
          </a:xfrm>
          <a:custGeom>
            <a:avLst/>
            <a:gdLst/>
            <a:ahLst/>
            <a:cxnLst/>
            <a:rect r="r" b="b" t="t" l="l"/>
            <a:pathLst>
              <a:path h="1278708" w="2170647">
                <a:moveTo>
                  <a:pt x="0" y="0"/>
                </a:moveTo>
                <a:lnTo>
                  <a:pt x="2170647" y="0"/>
                </a:lnTo>
                <a:lnTo>
                  <a:pt x="2170647" y="1278708"/>
                </a:lnTo>
                <a:lnTo>
                  <a:pt x="0" y="1278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31696" y="1950520"/>
            <a:ext cx="3320496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here the user can add a file and upload it to the site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15819" y="7322356"/>
            <a:ext cx="11321496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here he can find his files ( files he already uploaded to the site , where he can add them to favorites , share them with other users , delete them and reupload them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289" t="0" r="-16289" b="-2703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989417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0681" y="989417"/>
            <a:ext cx="13079464" cy="3024622"/>
          </a:xfrm>
          <a:custGeom>
            <a:avLst/>
            <a:gdLst/>
            <a:ahLst/>
            <a:cxnLst/>
            <a:rect r="r" b="b" t="t" l="l"/>
            <a:pathLst>
              <a:path h="3024622" w="13079464">
                <a:moveTo>
                  <a:pt x="0" y="0"/>
                </a:moveTo>
                <a:lnTo>
                  <a:pt x="13079465" y="0"/>
                </a:lnTo>
                <a:lnTo>
                  <a:pt x="13079465" y="3024622"/>
                </a:lnTo>
                <a:lnTo>
                  <a:pt x="0" y="30246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6427" r="-2888" b="-8715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0681" y="5443533"/>
            <a:ext cx="7905508" cy="1200609"/>
          </a:xfrm>
          <a:custGeom>
            <a:avLst/>
            <a:gdLst/>
            <a:ahLst/>
            <a:cxnLst/>
            <a:rect r="r" b="b" t="t" l="l"/>
            <a:pathLst>
              <a:path h="1200609" w="7905508">
                <a:moveTo>
                  <a:pt x="0" y="0"/>
                </a:moveTo>
                <a:lnTo>
                  <a:pt x="7905508" y="0"/>
                </a:lnTo>
                <a:lnTo>
                  <a:pt x="7905508" y="1200609"/>
                </a:lnTo>
                <a:lnTo>
                  <a:pt x="0" y="12006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84451" r="-70225" b="-20400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04249" y="5207611"/>
            <a:ext cx="9211793" cy="4583099"/>
          </a:xfrm>
          <a:custGeom>
            <a:avLst/>
            <a:gdLst/>
            <a:ahLst/>
            <a:cxnLst/>
            <a:rect r="r" b="b" t="t" l="l"/>
            <a:pathLst>
              <a:path h="4583099" w="9211793">
                <a:moveTo>
                  <a:pt x="0" y="0"/>
                </a:moveTo>
                <a:lnTo>
                  <a:pt x="9211793" y="0"/>
                </a:lnTo>
                <a:lnTo>
                  <a:pt x="9211793" y="4583099"/>
                </a:lnTo>
                <a:lnTo>
                  <a:pt x="0" y="45830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54154" r="-46086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7943296">
            <a:off x="6631078" y="3656705"/>
            <a:ext cx="2023668" cy="1192124"/>
          </a:xfrm>
          <a:custGeom>
            <a:avLst/>
            <a:gdLst/>
            <a:ahLst/>
            <a:cxnLst/>
            <a:rect r="r" b="b" t="t" l="l"/>
            <a:pathLst>
              <a:path h="1192124" w="2023668">
                <a:moveTo>
                  <a:pt x="0" y="0"/>
                </a:moveTo>
                <a:lnTo>
                  <a:pt x="2023668" y="0"/>
                </a:lnTo>
                <a:lnTo>
                  <a:pt x="2023668" y="1192124"/>
                </a:lnTo>
                <a:lnTo>
                  <a:pt x="0" y="1192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487110">
            <a:off x="8058677" y="5765934"/>
            <a:ext cx="2170647" cy="1278708"/>
          </a:xfrm>
          <a:custGeom>
            <a:avLst/>
            <a:gdLst/>
            <a:ahLst/>
            <a:cxnLst/>
            <a:rect r="r" b="b" t="t" l="l"/>
            <a:pathLst>
              <a:path h="1278708" w="2170647">
                <a:moveTo>
                  <a:pt x="0" y="0"/>
                </a:moveTo>
                <a:lnTo>
                  <a:pt x="2170646" y="0"/>
                </a:lnTo>
                <a:lnTo>
                  <a:pt x="2170646" y="1278709"/>
                </a:lnTo>
                <a:lnTo>
                  <a:pt x="0" y="12787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0681" y="7442011"/>
            <a:ext cx="8230074" cy="152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the user chooses a file to upload and clicks on upload the file is uploaded and he can find it with the other files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289" t="0" r="-16289" b="-2703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" y="1028700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3280644"/>
            <a:ext cx="3899364" cy="2148702"/>
          </a:xfrm>
          <a:custGeom>
            <a:avLst/>
            <a:gdLst/>
            <a:ahLst/>
            <a:cxnLst/>
            <a:rect r="r" b="b" t="t" l="l"/>
            <a:pathLst>
              <a:path h="2148702" w="3899364">
                <a:moveTo>
                  <a:pt x="0" y="0"/>
                </a:moveTo>
                <a:lnTo>
                  <a:pt x="3899364" y="0"/>
                </a:lnTo>
                <a:lnTo>
                  <a:pt x="3899364" y="2148702"/>
                </a:lnTo>
                <a:lnTo>
                  <a:pt x="0" y="2148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3549" t="-192478" r="-393486" b="-21918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74702" y="1418418"/>
            <a:ext cx="3484598" cy="4487242"/>
          </a:xfrm>
          <a:custGeom>
            <a:avLst/>
            <a:gdLst/>
            <a:ahLst/>
            <a:cxnLst/>
            <a:rect r="r" b="b" t="t" l="l"/>
            <a:pathLst>
              <a:path h="4487242" w="3484598">
                <a:moveTo>
                  <a:pt x="0" y="0"/>
                </a:moveTo>
                <a:lnTo>
                  <a:pt x="3484598" y="0"/>
                </a:lnTo>
                <a:lnTo>
                  <a:pt x="3484598" y="4487242"/>
                </a:lnTo>
                <a:lnTo>
                  <a:pt x="0" y="44872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341806">
            <a:off x="7120545" y="3022684"/>
            <a:ext cx="2170647" cy="1278708"/>
          </a:xfrm>
          <a:custGeom>
            <a:avLst/>
            <a:gdLst/>
            <a:ahLst/>
            <a:cxnLst/>
            <a:rect r="r" b="b" t="t" l="l"/>
            <a:pathLst>
              <a:path h="1278708" w="2170647">
                <a:moveTo>
                  <a:pt x="0" y="0"/>
                </a:moveTo>
                <a:lnTo>
                  <a:pt x="2170646" y="0"/>
                </a:lnTo>
                <a:lnTo>
                  <a:pt x="2170646" y="1278709"/>
                </a:lnTo>
                <a:lnTo>
                  <a:pt x="0" y="12787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330740">
            <a:off x="11547851" y="2035660"/>
            <a:ext cx="2170647" cy="1278708"/>
          </a:xfrm>
          <a:custGeom>
            <a:avLst/>
            <a:gdLst/>
            <a:ahLst/>
            <a:cxnLst/>
            <a:rect r="r" b="b" t="t" l="l"/>
            <a:pathLst>
              <a:path h="1278708" w="2170647">
                <a:moveTo>
                  <a:pt x="0" y="0"/>
                </a:moveTo>
                <a:lnTo>
                  <a:pt x="2170646" y="0"/>
                </a:lnTo>
                <a:lnTo>
                  <a:pt x="2170646" y="1278708"/>
                </a:lnTo>
                <a:lnTo>
                  <a:pt x="0" y="12787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2583" y="4354995"/>
            <a:ext cx="4152736" cy="3352640"/>
          </a:xfrm>
          <a:custGeom>
            <a:avLst/>
            <a:gdLst/>
            <a:ahLst/>
            <a:cxnLst/>
            <a:rect r="r" b="b" t="t" l="l"/>
            <a:pathLst>
              <a:path h="3352640" w="4152736">
                <a:moveTo>
                  <a:pt x="0" y="0"/>
                </a:moveTo>
                <a:lnTo>
                  <a:pt x="4152736" y="0"/>
                </a:lnTo>
                <a:lnTo>
                  <a:pt x="4152736" y="3352641"/>
                </a:lnTo>
                <a:lnTo>
                  <a:pt x="0" y="3352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34809" r="-26108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391656">
            <a:off x="2524974" y="7591546"/>
            <a:ext cx="1729056" cy="1018571"/>
          </a:xfrm>
          <a:custGeom>
            <a:avLst/>
            <a:gdLst/>
            <a:ahLst/>
            <a:cxnLst/>
            <a:rect r="r" b="b" t="t" l="l"/>
            <a:pathLst>
              <a:path h="1018571" w="1729056">
                <a:moveTo>
                  <a:pt x="0" y="0"/>
                </a:moveTo>
                <a:lnTo>
                  <a:pt x="1729056" y="0"/>
                </a:lnTo>
                <a:lnTo>
                  <a:pt x="1729056" y="1018571"/>
                </a:lnTo>
                <a:lnTo>
                  <a:pt x="0" y="10185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302714">
            <a:off x="3250164" y="5904247"/>
            <a:ext cx="2081954" cy="1771554"/>
          </a:xfrm>
          <a:custGeom>
            <a:avLst/>
            <a:gdLst/>
            <a:ahLst/>
            <a:cxnLst/>
            <a:rect r="r" b="b" t="t" l="l"/>
            <a:pathLst>
              <a:path h="1771554" w="2081954">
                <a:moveTo>
                  <a:pt x="0" y="0"/>
                </a:moveTo>
                <a:lnTo>
                  <a:pt x="2081954" y="0"/>
                </a:lnTo>
                <a:lnTo>
                  <a:pt x="2081954" y="1771553"/>
                </a:lnTo>
                <a:lnTo>
                  <a:pt x="0" y="17715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4863442" y="6228611"/>
            <a:ext cx="566144" cy="2306513"/>
          </a:xfrm>
          <a:custGeom>
            <a:avLst/>
            <a:gdLst/>
            <a:ahLst/>
            <a:cxnLst/>
            <a:rect r="r" b="b" t="t" l="l"/>
            <a:pathLst>
              <a:path h="2306513" w="566144">
                <a:moveTo>
                  <a:pt x="0" y="0"/>
                </a:moveTo>
                <a:lnTo>
                  <a:pt x="566145" y="0"/>
                </a:lnTo>
                <a:lnTo>
                  <a:pt x="566145" y="2306514"/>
                </a:lnTo>
                <a:lnTo>
                  <a:pt x="0" y="2306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361268"/>
            <a:ext cx="11247221" cy="109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user can filter the files by : favorites or categories( according to the extention of the file)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52890" y="8538987"/>
            <a:ext cx="3599420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toggle favorite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68026" y="5974166"/>
            <a:ext cx="3599420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share the file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99771" y="7113992"/>
            <a:ext cx="3743428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delete the file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5537" t="0" r="-553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3245" y="1028700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1873235"/>
            <a:ext cx="8591308" cy="6163033"/>
          </a:xfrm>
          <a:custGeom>
            <a:avLst/>
            <a:gdLst/>
            <a:ahLst/>
            <a:cxnLst/>
            <a:rect r="r" b="b" t="t" l="l"/>
            <a:pathLst>
              <a:path h="6163033" w="8591308">
                <a:moveTo>
                  <a:pt x="0" y="0"/>
                </a:moveTo>
                <a:lnTo>
                  <a:pt x="8591308" y="0"/>
                </a:lnTo>
                <a:lnTo>
                  <a:pt x="8591308" y="6163033"/>
                </a:lnTo>
                <a:lnTo>
                  <a:pt x="0" y="61630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368" t="-14635" r="-2926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-97490"/>
            <a:ext cx="8615096" cy="1697210"/>
          </a:xfrm>
          <a:custGeom>
            <a:avLst/>
            <a:gdLst/>
            <a:ahLst/>
            <a:cxnLst/>
            <a:rect r="r" b="b" t="t" l="l"/>
            <a:pathLst>
              <a:path h="1697210" w="8615096">
                <a:moveTo>
                  <a:pt x="0" y="0"/>
                </a:moveTo>
                <a:lnTo>
                  <a:pt x="8615096" y="0"/>
                </a:lnTo>
                <a:lnTo>
                  <a:pt x="8615096" y="1697209"/>
                </a:lnTo>
                <a:lnTo>
                  <a:pt x="0" y="1697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8126" t="-103743" r="-24413" b="-30935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1873235"/>
            <a:ext cx="8827619" cy="6174293"/>
          </a:xfrm>
          <a:custGeom>
            <a:avLst/>
            <a:gdLst/>
            <a:ahLst/>
            <a:cxnLst/>
            <a:rect r="r" b="b" t="t" l="l"/>
            <a:pathLst>
              <a:path h="6174293" w="8827619">
                <a:moveTo>
                  <a:pt x="0" y="0"/>
                </a:moveTo>
                <a:lnTo>
                  <a:pt x="8827619" y="0"/>
                </a:lnTo>
                <a:lnTo>
                  <a:pt x="8827619" y="6174293"/>
                </a:lnTo>
                <a:lnTo>
                  <a:pt x="0" y="6174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178" t="-14426" r="-2626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55155" y="3673929"/>
            <a:ext cx="755627" cy="4114800"/>
          </a:xfrm>
          <a:custGeom>
            <a:avLst/>
            <a:gdLst/>
            <a:ahLst/>
            <a:cxnLst/>
            <a:rect r="r" b="b" t="t" l="l"/>
            <a:pathLst>
              <a:path h="4114800" w="755627">
                <a:moveTo>
                  <a:pt x="0" y="0"/>
                </a:moveTo>
                <a:lnTo>
                  <a:pt x="755627" y="0"/>
                </a:lnTo>
                <a:lnTo>
                  <a:pt x="7556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9094758">
            <a:off x="14033694" y="5590666"/>
            <a:ext cx="2548931" cy="2645229"/>
          </a:xfrm>
          <a:custGeom>
            <a:avLst/>
            <a:gdLst/>
            <a:ahLst/>
            <a:cxnLst/>
            <a:rect r="r" b="b" t="t" l="l"/>
            <a:pathLst>
              <a:path h="2645229" w="2548931">
                <a:moveTo>
                  <a:pt x="0" y="0"/>
                </a:moveTo>
                <a:lnTo>
                  <a:pt x="2548931" y="0"/>
                </a:lnTo>
                <a:lnTo>
                  <a:pt x="2548931" y="2645228"/>
                </a:lnTo>
                <a:lnTo>
                  <a:pt x="0" y="26452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7527998">
            <a:off x="10442683" y="5067756"/>
            <a:ext cx="2309835" cy="3970029"/>
          </a:xfrm>
          <a:custGeom>
            <a:avLst/>
            <a:gdLst/>
            <a:ahLst/>
            <a:cxnLst/>
            <a:rect r="r" b="b" t="t" l="l"/>
            <a:pathLst>
              <a:path h="3970029" w="2309835">
                <a:moveTo>
                  <a:pt x="0" y="0"/>
                </a:moveTo>
                <a:lnTo>
                  <a:pt x="2309835" y="0"/>
                </a:lnTo>
                <a:lnTo>
                  <a:pt x="2309835" y="3970030"/>
                </a:lnTo>
                <a:lnTo>
                  <a:pt x="0" y="39700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6039108">
            <a:off x="8190001" y="6724999"/>
            <a:ext cx="1485934" cy="2553950"/>
          </a:xfrm>
          <a:custGeom>
            <a:avLst/>
            <a:gdLst/>
            <a:ahLst/>
            <a:cxnLst/>
            <a:rect r="r" b="b" t="t" l="l"/>
            <a:pathLst>
              <a:path h="2553950" w="1485934">
                <a:moveTo>
                  <a:pt x="0" y="0"/>
                </a:moveTo>
                <a:lnTo>
                  <a:pt x="1485934" y="0"/>
                </a:lnTo>
                <a:lnTo>
                  <a:pt x="1485934" y="2553950"/>
                </a:lnTo>
                <a:lnTo>
                  <a:pt x="0" y="2553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598379">
            <a:off x="2548529" y="894493"/>
            <a:ext cx="1638825" cy="965417"/>
          </a:xfrm>
          <a:custGeom>
            <a:avLst/>
            <a:gdLst/>
            <a:ahLst/>
            <a:cxnLst/>
            <a:rect r="r" b="b" t="t" l="l"/>
            <a:pathLst>
              <a:path h="965417" w="1638825">
                <a:moveTo>
                  <a:pt x="0" y="0"/>
                </a:moveTo>
                <a:lnTo>
                  <a:pt x="1638825" y="0"/>
                </a:lnTo>
                <a:lnTo>
                  <a:pt x="1638825" y="965417"/>
                </a:lnTo>
                <a:lnTo>
                  <a:pt x="0" y="9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0" y="-76200"/>
            <a:ext cx="861362" cy="136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</a:t>
            </a:r>
          </a:p>
          <a:p>
            <a:pPr algn="l">
              <a:lnSpc>
                <a:spcPts val="55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637314" y="2949918"/>
            <a:ext cx="8591308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scroll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24173" y="8625910"/>
            <a:ext cx="364512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cancel the changes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51495" y="8920550"/>
            <a:ext cx="3346105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save the changes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26931" y="8554155"/>
            <a:ext cx="396587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delete the account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46320" y="554038"/>
            <a:ext cx="5422979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EDITING PAGE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5537" t="0" r="-553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0681" y="1289972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362" y="1028700"/>
            <a:ext cx="8615096" cy="1697210"/>
          </a:xfrm>
          <a:custGeom>
            <a:avLst/>
            <a:gdLst/>
            <a:ahLst/>
            <a:cxnLst/>
            <a:rect r="r" b="b" t="t" l="l"/>
            <a:pathLst>
              <a:path h="1697210" w="8615096">
                <a:moveTo>
                  <a:pt x="0" y="0"/>
                </a:moveTo>
                <a:lnTo>
                  <a:pt x="8615097" y="0"/>
                </a:lnTo>
                <a:lnTo>
                  <a:pt x="8615097" y="1697210"/>
                </a:lnTo>
                <a:lnTo>
                  <a:pt x="0" y="16972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8126" t="-103743" r="-24413" b="-30935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429666">
            <a:off x="9050731" y="1376418"/>
            <a:ext cx="1700541" cy="1001773"/>
          </a:xfrm>
          <a:custGeom>
            <a:avLst/>
            <a:gdLst/>
            <a:ahLst/>
            <a:cxnLst/>
            <a:rect r="r" b="b" t="t" l="l"/>
            <a:pathLst>
              <a:path h="1001773" w="1700541">
                <a:moveTo>
                  <a:pt x="0" y="0"/>
                </a:moveTo>
                <a:lnTo>
                  <a:pt x="1700541" y="0"/>
                </a:lnTo>
                <a:lnTo>
                  <a:pt x="1700541" y="1001773"/>
                </a:lnTo>
                <a:lnTo>
                  <a:pt x="0" y="10017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223578">
            <a:off x="3792716" y="2486076"/>
            <a:ext cx="1331865" cy="784589"/>
          </a:xfrm>
          <a:custGeom>
            <a:avLst/>
            <a:gdLst/>
            <a:ahLst/>
            <a:cxnLst/>
            <a:rect r="r" b="b" t="t" l="l"/>
            <a:pathLst>
              <a:path h="784589" w="1331865">
                <a:moveTo>
                  <a:pt x="0" y="0"/>
                </a:moveTo>
                <a:lnTo>
                  <a:pt x="1331865" y="0"/>
                </a:lnTo>
                <a:lnTo>
                  <a:pt x="1331865" y="784589"/>
                </a:lnTo>
                <a:lnTo>
                  <a:pt x="0" y="7845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30681" y="4837327"/>
            <a:ext cx="4887105" cy="4420973"/>
          </a:xfrm>
          <a:custGeom>
            <a:avLst/>
            <a:gdLst/>
            <a:ahLst/>
            <a:cxnLst/>
            <a:rect r="r" b="b" t="t" l="l"/>
            <a:pathLst>
              <a:path h="4420973" w="4887105">
                <a:moveTo>
                  <a:pt x="0" y="0"/>
                </a:moveTo>
                <a:lnTo>
                  <a:pt x="4887105" y="0"/>
                </a:lnTo>
                <a:lnTo>
                  <a:pt x="4887105" y="4420973"/>
                </a:lnTo>
                <a:lnTo>
                  <a:pt x="0" y="44209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16931" r="-27379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09103" y="7656199"/>
            <a:ext cx="2719615" cy="1602101"/>
          </a:xfrm>
          <a:custGeom>
            <a:avLst/>
            <a:gdLst/>
            <a:ahLst/>
            <a:cxnLst/>
            <a:rect r="r" b="b" t="t" l="l"/>
            <a:pathLst>
              <a:path h="1602101" w="2719615">
                <a:moveTo>
                  <a:pt x="0" y="0"/>
                </a:moveTo>
                <a:lnTo>
                  <a:pt x="2719615" y="0"/>
                </a:lnTo>
                <a:lnTo>
                  <a:pt x="2719615" y="1602101"/>
                </a:lnTo>
                <a:lnTo>
                  <a:pt x="0" y="1602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30625" y="3451609"/>
            <a:ext cx="10028222" cy="6639656"/>
          </a:xfrm>
          <a:custGeom>
            <a:avLst/>
            <a:gdLst/>
            <a:ahLst/>
            <a:cxnLst/>
            <a:rect r="r" b="b" t="t" l="l"/>
            <a:pathLst>
              <a:path h="6639656" w="10028222">
                <a:moveTo>
                  <a:pt x="0" y="0"/>
                </a:moveTo>
                <a:lnTo>
                  <a:pt x="10028222" y="0"/>
                </a:lnTo>
                <a:lnTo>
                  <a:pt x="10028222" y="6639656"/>
                </a:lnTo>
                <a:lnTo>
                  <a:pt x="0" y="66396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4193" t="-6406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72869" y="1597587"/>
            <a:ext cx="1943734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logout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63954" y="2762732"/>
            <a:ext cx="3772534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delete account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1362" y="3882290"/>
            <a:ext cx="5409619" cy="65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SHARING FILE PAGE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5537" t="0" r="-553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02081" y="1289972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7162" y="644986"/>
            <a:ext cx="7801398" cy="2335090"/>
          </a:xfrm>
          <a:custGeom>
            <a:avLst/>
            <a:gdLst/>
            <a:ahLst/>
            <a:cxnLst/>
            <a:rect r="r" b="b" t="t" l="l"/>
            <a:pathLst>
              <a:path h="2335090" w="7801398">
                <a:moveTo>
                  <a:pt x="0" y="0"/>
                </a:moveTo>
                <a:lnTo>
                  <a:pt x="7801398" y="0"/>
                </a:lnTo>
                <a:lnTo>
                  <a:pt x="7801398" y="2335090"/>
                </a:lnTo>
                <a:lnTo>
                  <a:pt x="0" y="23350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9629" t="-331484" r="-2637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871908">
            <a:off x="8058677" y="1701368"/>
            <a:ext cx="2170647" cy="1278708"/>
          </a:xfrm>
          <a:custGeom>
            <a:avLst/>
            <a:gdLst/>
            <a:ahLst/>
            <a:cxnLst/>
            <a:rect r="r" b="b" t="t" l="l"/>
            <a:pathLst>
              <a:path h="1278708" w="2170647">
                <a:moveTo>
                  <a:pt x="0" y="0"/>
                </a:moveTo>
                <a:lnTo>
                  <a:pt x="2170646" y="0"/>
                </a:lnTo>
                <a:lnTo>
                  <a:pt x="2170646" y="1278708"/>
                </a:lnTo>
                <a:lnTo>
                  <a:pt x="0" y="12787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762778" y="644986"/>
            <a:ext cx="5440904" cy="3723979"/>
          </a:xfrm>
          <a:custGeom>
            <a:avLst/>
            <a:gdLst/>
            <a:ahLst/>
            <a:cxnLst/>
            <a:rect r="r" b="b" t="t" l="l"/>
            <a:pathLst>
              <a:path h="3723979" w="5440904">
                <a:moveTo>
                  <a:pt x="0" y="0"/>
                </a:moveTo>
                <a:lnTo>
                  <a:pt x="5440904" y="0"/>
                </a:lnTo>
                <a:lnTo>
                  <a:pt x="5440904" y="3723979"/>
                </a:lnTo>
                <a:lnTo>
                  <a:pt x="0" y="3723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6816" t="-49378" r="-100517" b="-4033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47162" y="5341211"/>
            <a:ext cx="6581078" cy="2849696"/>
          </a:xfrm>
          <a:custGeom>
            <a:avLst/>
            <a:gdLst/>
            <a:ahLst/>
            <a:cxnLst/>
            <a:rect r="r" b="b" t="t" l="l"/>
            <a:pathLst>
              <a:path h="2849696" w="6581078">
                <a:moveTo>
                  <a:pt x="0" y="0"/>
                </a:moveTo>
                <a:lnTo>
                  <a:pt x="6581079" y="0"/>
                </a:lnTo>
                <a:lnTo>
                  <a:pt x="6581079" y="2849696"/>
                </a:lnTo>
                <a:lnTo>
                  <a:pt x="0" y="28496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25913" t="-96756" r="-65720" b="-27807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62778" y="4294895"/>
            <a:ext cx="5750136" cy="5856727"/>
          </a:xfrm>
          <a:custGeom>
            <a:avLst/>
            <a:gdLst/>
            <a:ahLst/>
            <a:cxnLst/>
            <a:rect r="r" b="b" t="t" l="l"/>
            <a:pathLst>
              <a:path h="5856727" w="5750136">
                <a:moveTo>
                  <a:pt x="0" y="0"/>
                </a:moveTo>
                <a:lnTo>
                  <a:pt x="5750137" y="0"/>
                </a:lnTo>
                <a:lnTo>
                  <a:pt x="5750137" y="5856728"/>
                </a:lnTo>
                <a:lnTo>
                  <a:pt x="0" y="5856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8152" t="-20631" r="-6588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75917">
            <a:off x="6388896" y="4609076"/>
            <a:ext cx="4212285" cy="3584271"/>
          </a:xfrm>
          <a:custGeom>
            <a:avLst/>
            <a:gdLst/>
            <a:ahLst/>
            <a:cxnLst/>
            <a:rect r="r" b="b" t="t" l="l"/>
            <a:pathLst>
              <a:path h="3584271" w="4212285">
                <a:moveTo>
                  <a:pt x="0" y="0"/>
                </a:moveTo>
                <a:lnTo>
                  <a:pt x="4212284" y="0"/>
                </a:lnTo>
                <a:lnTo>
                  <a:pt x="4212284" y="3584271"/>
                </a:lnTo>
                <a:lnTo>
                  <a:pt x="0" y="35842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78007" y="2951645"/>
            <a:ext cx="7922847" cy="14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when the user shares a file with another user , secure share sends an email to the recipient whith an access code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5662" y="8478520"/>
            <a:ext cx="7724078" cy="10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recipient user enters the sharing code to download the shared file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74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5537" t="0" r="-553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02081" y="1289972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0378" y="687156"/>
            <a:ext cx="6102486" cy="1443097"/>
          </a:xfrm>
          <a:custGeom>
            <a:avLst/>
            <a:gdLst/>
            <a:ahLst/>
            <a:cxnLst/>
            <a:rect r="r" b="b" t="t" l="l"/>
            <a:pathLst>
              <a:path h="1443097" w="6102486">
                <a:moveTo>
                  <a:pt x="0" y="0"/>
                </a:moveTo>
                <a:lnTo>
                  <a:pt x="6102486" y="0"/>
                </a:lnTo>
                <a:lnTo>
                  <a:pt x="6102486" y="1443097"/>
                </a:lnTo>
                <a:lnTo>
                  <a:pt x="0" y="14430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4745" t="-199593" r="-86160" b="-52385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52630" y="3321668"/>
            <a:ext cx="12967365" cy="6215956"/>
          </a:xfrm>
          <a:custGeom>
            <a:avLst/>
            <a:gdLst/>
            <a:ahLst/>
            <a:cxnLst/>
            <a:rect r="r" b="b" t="t" l="l"/>
            <a:pathLst>
              <a:path h="6215956" w="12967365">
                <a:moveTo>
                  <a:pt x="0" y="0"/>
                </a:moveTo>
                <a:lnTo>
                  <a:pt x="12967365" y="0"/>
                </a:lnTo>
                <a:lnTo>
                  <a:pt x="12967365" y="6215956"/>
                </a:lnTo>
                <a:lnTo>
                  <a:pt x="0" y="62159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3659" r="-3777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821289">
            <a:off x="1334299" y="2022070"/>
            <a:ext cx="1553005" cy="914861"/>
          </a:xfrm>
          <a:custGeom>
            <a:avLst/>
            <a:gdLst/>
            <a:ahLst/>
            <a:cxnLst/>
            <a:rect r="r" b="b" t="t" l="l"/>
            <a:pathLst>
              <a:path h="914861" w="1553005">
                <a:moveTo>
                  <a:pt x="0" y="0"/>
                </a:moveTo>
                <a:lnTo>
                  <a:pt x="1553006" y="0"/>
                </a:lnTo>
                <a:lnTo>
                  <a:pt x="1553006" y="914861"/>
                </a:lnTo>
                <a:lnTo>
                  <a:pt x="0" y="9148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02662" y="996590"/>
            <a:ext cx="10583109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b="true" sz="430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COLABORATIVE WORK PAGE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51621" y="2631980"/>
            <a:ext cx="11951990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user can create a new colaborative folder with other users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8839" y="-188748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5537" t="0" r="-553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02081" y="1289972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28839" y="594545"/>
            <a:ext cx="5079282" cy="1771576"/>
          </a:xfrm>
          <a:custGeom>
            <a:avLst/>
            <a:gdLst/>
            <a:ahLst/>
            <a:cxnLst/>
            <a:rect r="r" b="b" t="t" l="l"/>
            <a:pathLst>
              <a:path h="1771576" w="5079282">
                <a:moveTo>
                  <a:pt x="0" y="0"/>
                </a:moveTo>
                <a:lnTo>
                  <a:pt x="5079282" y="0"/>
                </a:lnTo>
                <a:lnTo>
                  <a:pt x="5079282" y="1771576"/>
                </a:lnTo>
                <a:lnTo>
                  <a:pt x="0" y="1771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6029" t="-324622" r="-14582" b="-17838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4821289">
            <a:off x="2836528" y="1908690"/>
            <a:ext cx="1553005" cy="914861"/>
          </a:xfrm>
          <a:custGeom>
            <a:avLst/>
            <a:gdLst/>
            <a:ahLst/>
            <a:cxnLst/>
            <a:rect r="r" b="b" t="t" l="l"/>
            <a:pathLst>
              <a:path h="914861" w="1553005">
                <a:moveTo>
                  <a:pt x="0" y="0"/>
                </a:moveTo>
                <a:lnTo>
                  <a:pt x="1553005" y="0"/>
                </a:lnTo>
                <a:lnTo>
                  <a:pt x="1553005" y="914862"/>
                </a:lnTo>
                <a:lnTo>
                  <a:pt x="0" y="9148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3295597"/>
            <a:ext cx="14566325" cy="3695806"/>
          </a:xfrm>
          <a:custGeom>
            <a:avLst/>
            <a:gdLst/>
            <a:ahLst/>
            <a:cxnLst/>
            <a:rect r="r" b="b" t="t" l="l"/>
            <a:pathLst>
              <a:path h="3695806" w="14566325">
                <a:moveTo>
                  <a:pt x="0" y="0"/>
                </a:moveTo>
                <a:lnTo>
                  <a:pt x="14566325" y="0"/>
                </a:lnTo>
                <a:lnTo>
                  <a:pt x="14566325" y="3695806"/>
                </a:lnTo>
                <a:lnTo>
                  <a:pt x="0" y="36958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06918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31966" y="7530424"/>
            <a:ext cx="11197432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creating the folder when he clicks on “view” we have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1655" y="-14061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5537" t="0" r="-553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64834" y="882255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4834" y="-188748"/>
            <a:ext cx="4934263" cy="2124236"/>
          </a:xfrm>
          <a:custGeom>
            <a:avLst/>
            <a:gdLst/>
            <a:ahLst/>
            <a:cxnLst/>
            <a:rect r="r" b="b" t="t" l="l"/>
            <a:pathLst>
              <a:path h="2124236" w="4934263">
                <a:moveTo>
                  <a:pt x="0" y="0"/>
                </a:moveTo>
                <a:lnTo>
                  <a:pt x="4934264" y="0"/>
                </a:lnTo>
                <a:lnTo>
                  <a:pt x="4934264" y="2124236"/>
                </a:lnTo>
                <a:lnTo>
                  <a:pt x="0" y="21242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21709" t="-477179" r="-35641" b="-22445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526451">
            <a:off x="4885954" y="672315"/>
            <a:ext cx="2013899" cy="1186370"/>
          </a:xfrm>
          <a:custGeom>
            <a:avLst/>
            <a:gdLst/>
            <a:ahLst/>
            <a:cxnLst/>
            <a:rect r="r" b="b" t="t" l="l"/>
            <a:pathLst>
              <a:path h="1186370" w="2013899">
                <a:moveTo>
                  <a:pt x="0" y="0"/>
                </a:moveTo>
                <a:lnTo>
                  <a:pt x="2013899" y="0"/>
                </a:lnTo>
                <a:lnTo>
                  <a:pt x="2013899" y="1186370"/>
                </a:lnTo>
                <a:lnTo>
                  <a:pt x="0" y="11863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004483">
            <a:off x="1702002" y="1342303"/>
            <a:ext cx="2013899" cy="1186370"/>
          </a:xfrm>
          <a:custGeom>
            <a:avLst/>
            <a:gdLst/>
            <a:ahLst/>
            <a:cxnLst/>
            <a:rect r="r" b="b" t="t" l="l"/>
            <a:pathLst>
              <a:path h="1186370" w="2013899">
                <a:moveTo>
                  <a:pt x="0" y="0"/>
                </a:moveTo>
                <a:lnTo>
                  <a:pt x="2013899" y="0"/>
                </a:lnTo>
                <a:lnTo>
                  <a:pt x="2013899" y="1186369"/>
                </a:lnTo>
                <a:lnTo>
                  <a:pt x="0" y="11863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7800" y="2501728"/>
            <a:ext cx="13457222" cy="6215956"/>
          </a:xfrm>
          <a:custGeom>
            <a:avLst/>
            <a:gdLst/>
            <a:ahLst/>
            <a:cxnLst/>
            <a:rect r="r" b="b" t="t" l="l"/>
            <a:pathLst>
              <a:path h="6215956" w="13457222">
                <a:moveTo>
                  <a:pt x="0" y="0"/>
                </a:moveTo>
                <a:lnTo>
                  <a:pt x="13457222" y="0"/>
                </a:lnTo>
                <a:lnTo>
                  <a:pt x="13457222" y="6215956"/>
                </a:lnTo>
                <a:lnTo>
                  <a:pt x="0" y="62159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3659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84400" y="753689"/>
            <a:ext cx="3956873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delete the folder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1655" y="-14061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5537" t="0" r="-553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64834" y="882255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362" y="-199625"/>
            <a:ext cx="13457222" cy="6215956"/>
          </a:xfrm>
          <a:custGeom>
            <a:avLst/>
            <a:gdLst/>
            <a:ahLst/>
            <a:cxnLst/>
            <a:rect r="r" b="b" t="t" l="l"/>
            <a:pathLst>
              <a:path h="6215956" w="13457222">
                <a:moveTo>
                  <a:pt x="0" y="0"/>
                </a:moveTo>
                <a:lnTo>
                  <a:pt x="13457222" y="0"/>
                </a:lnTo>
                <a:lnTo>
                  <a:pt x="13457222" y="6215956"/>
                </a:lnTo>
                <a:lnTo>
                  <a:pt x="0" y="62159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3659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087962">
            <a:off x="3781912" y="3976125"/>
            <a:ext cx="2703429" cy="2613555"/>
          </a:xfrm>
          <a:custGeom>
            <a:avLst/>
            <a:gdLst/>
            <a:ahLst/>
            <a:cxnLst/>
            <a:rect r="r" b="b" t="t" l="l"/>
            <a:pathLst>
              <a:path h="2613555" w="2703429">
                <a:moveTo>
                  <a:pt x="0" y="0"/>
                </a:moveTo>
                <a:lnTo>
                  <a:pt x="2703429" y="0"/>
                </a:lnTo>
                <a:lnTo>
                  <a:pt x="2703429" y="2613554"/>
                </a:lnTo>
                <a:lnTo>
                  <a:pt x="0" y="2613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503883">
            <a:off x="12116800" y="4133173"/>
            <a:ext cx="2406894" cy="2326878"/>
          </a:xfrm>
          <a:custGeom>
            <a:avLst/>
            <a:gdLst/>
            <a:ahLst/>
            <a:cxnLst/>
            <a:rect r="r" b="b" t="t" l="l"/>
            <a:pathLst>
              <a:path h="2326878" w="2406894">
                <a:moveTo>
                  <a:pt x="0" y="0"/>
                </a:moveTo>
                <a:lnTo>
                  <a:pt x="2406894" y="0"/>
                </a:lnTo>
                <a:lnTo>
                  <a:pt x="2406894" y="2326878"/>
                </a:lnTo>
                <a:lnTo>
                  <a:pt x="0" y="2326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42345" y="4477261"/>
            <a:ext cx="1980947" cy="1832113"/>
          </a:xfrm>
          <a:custGeom>
            <a:avLst/>
            <a:gdLst/>
            <a:ahLst/>
            <a:cxnLst/>
            <a:rect r="r" b="b" t="t" l="l"/>
            <a:pathLst>
              <a:path h="1832113" w="1980947">
                <a:moveTo>
                  <a:pt x="0" y="0"/>
                </a:moveTo>
                <a:lnTo>
                  <a:pt x="1980947" y="0"/>
                </a:lnTo>
                <a:lnTo>
                  <a:pt x="1980947" y="1832113"/>
                </a:lnTo>
                <a:lnTo>
                  <a:pt x="0" y="18321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04949" y="6320278"/>
            <a:ext cx="5585369" cy="2034130"/>
          </a:xfrm>
          <a:custGeom>
            <a:avLst/>
            <a:gdLst/>
            <a:ahLst/>
            <a:cxnLst/>
            <a:rect r="r" b="b" t="t" l="l"/>
            <a:pathLst>
              <a:path h="2034130" w="5585369">
                <a:moveTo>
                  <a:pt x="0" y="0"/>
                </a:moveTo>
                <a:lnTo>
                  <a:pt x="5585368" y="0"/>
                </a:lnTo>
                <a:lnTo>
                  <a:pt x="5585368" y="2034129"/>
                </a:lnTo>
                <a:lnTo>
                  <a:pt x="0" y="20341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6798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0" y="-76200"/>
            <a:ext cx="861362" cy="136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</a:t>
            </a:r>
          </a:p>
          <a:p>
            <a:pPr algn="l">
              <a:lnSpc>
                <a:spcPts val="55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30681" y="6467986"/>
            <a:ext cx="4043606" cy="111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0"/>
              </a:lnSpc>
              <a:spcBef>
                <a:spcPct val="0"/>
              </a:spcBef>
            </a:pPr>
            <a:r>
              <a:rPr lang="en-US" b="true" sz="31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 files to the folder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90042" y="6477511"/>
            <a:ext cx="6496588" cy="2003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b="true" sz="28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here the user enters the email of the “user” he wanted to collaborate with , and the recipient recieve an email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74288" y="8516332"/>
            <a:ext cx="7699843" cy="111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0"/>
              </a:lnSpc>
              <a:spcBef>
                <a:spcPct val="0"/>
              </a:spcBef>
            </a:pPr>
            <a:r>
              <a:rPr lang="en-US" b="true" sz="31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here he can choose (owner) what the added user’s role can be 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1655" y="-1406197"/>
            <a:ext cx="18288000" cy="10664497"/>
            <a:chOff x="0" y="0"/>
            <a:chExt cx="2833290" cy="16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52210"/>
            </a:xfrm>
            <a:custGeom>
              <a:avLst/>
              <a:gdLst/>
              <a:ahLst/>
              <a:cxnLst/>
              <a:rect r="r" b="b" t="t" l="l"/>
              <a:pathLst>
                <a:path h="165221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52210"/>
                  </a:lnTo>
                  <a:lnTo>
                    <a:pt x="0" y="1652210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5537" t="0" r="-553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3245" y="1189800"/>
            <a:ext cx="17321511" cy="8801293"/>
            <a:chOff x="0" y="0"/>
            <a:chExt cx="4562044" cy="2318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362" y="95772"/>
            <a:ext cx="5978736" cy="5047728"/>
          </a:xfrm>
          <a:custGeom>
            <a:avLst/>
            <a:gdLst/>
            <a:ahLst/>
            <a:cxnLst/>
            <a:rect r="r" b="b" t="t" l="l"/>
            <a:pathLst>
              <a:path h="5047728" w="5978736">
                <a:moveTo>
                  <a:pt x="0" y="0"/>
                </a:moveTo>
                <a:lnTo>
                  <a:pt x="5978737" y="0"/>
                </a:lnTo>
                <a:lnTo>
                  <a:pt x="5978737" y="5047728"/>
                </a:lnTo>
                <a:lnTo>
                  <a:pt x="0" y="50477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1344" t="-39964" r="-7373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98112" y="2777991"/>
            <a:ext cx="3305237" cy="2812456"/>
          </a:xfrm>
          <a:custGeom>
            <a:avLst/>
            <a:gdLst/>
            <a:ahLst/>
            <a:cxnLst/>
            <a:rect r="r" b="b" t="t" l="l"/>
            <a:pathLst>
              <a:path h="2812456" w="3305237">
                <a:moveTo>
                  <a:pt x="0" y="0"/>
                </a:moveTo>
                <a:lnTo>
                  <a:pt x="3305237" y="0"/>
                </a:lnTo>
                <a:lnTo>
                  <a:pt x="3305237" y="2812456"/>
                </a:lnTo>
                <a:lnTo>
                  <a:pt x="0" y="2812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0378" y="5590447"/>
            <a:ext cx="6566565" cy="3975204"/>
          </a:xfrm>
          <a:custGeom>
            <a:avLst/>
            <a:gdLst/>
            <a:ahLst/>
            <a:cxnLst/>
            <a:rect r="r" b="b" t="t" l="l"/>
            <a:pathLst>
              <a:path h="3975204" w="6566565">
                <a:moveTo>
                  <a:pt x="0" y="0"/>
                </a:moveTo>
                <a:lnTo>
                  <a:pt x="6566565" y="0"/>
                </a:lnTo>
                <a:lnTo>
                  <a:pt x="6566565" y="3975203"/>
                </a:lnTo>
                <a:lnTo>
                  <a:pt x="0" y="39752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9732" t="-35830" r="-55203" b="-4189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46749" y="2641432"/>
            <a:ext cx="6809634" cy="5898030"/>
          </a:xfrm>
          <a:custGeom>
            <a:avLst/>
            <a:gdLst/>
            <a:ahLst/>
            <a:cxnLst/>
            <a:rect r="r" b="b" t="t" l="l"/>
            <a:pathLst>
              <a:path h="5898030" w="6809634">
                <a:moveTo>
                  <a:pt x="0" y="0"/>
                </a:moveTo>
                <a:lnTo>
                  <a:pt x="6809633" y="0"/>
                </a:lnTo>
                <a:lnTo>
                  <a:pt x="6809633" y="5898030"/>
                </a:lnTo>
                <a:lnTo>
                  <a:pt x="0" y="58980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5346" t="-19786" r="-52273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129696">
            <a:off x="7701368" y="4257723"/>
            <a:ext cx="2081954" cy="1771554"/>
          </a:xfrm>
          <a:custGeom>
            <a:avLst/>
            <a:gdLst/>
            <a:ahLst/>
            <a:cxnLst/>
            <a:rect r="r" b="b" t="t" l="l"/>
            <a:pathLst>
              <a:path h="1771554" w="2081954">
                <a:moveTo>
                  <a:pt x="0" y="0"/>
                </a:moveTo>
                <a:lnTo>
                  <a:pt x="2081954" y="0"/>
                </a:lnTo>
                <a:lnTo>
                  <a:pt x="2081954" y="1771554"/>
                </a:lnTo>
                <a:lnTo>
                  <a:pt x="0" y="1771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4834" y="882255"/>
            <a:ext cx="17321511" cy="8801293"/>
            <a:chOff x="0" y="0"/>
            <a:chExt cx="4562044" cy="23180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1553" y="1923067"/>
            <a:ext cx="13457222" cy="1157323"/>
          </a:xfrm>
          <a:custGeom>
            <a:avLst/>
            <a:gdLst/>
            <a:ahLst/>
            <a:cxnLst/>
            <a:rect r="r" b="b" t="t" l="l"/>
            <a:pathLst>
              <a:path h="1157323" w="13457222">
                <a:moveTo>
                  <a:pt x="0" y="0"/>
                </a:moveTo>
                <a:lnTo>
                  <a:pt x="13457222" y="0"/>
                </a:lnTo>
                <a:lnTo>
                  <a:pt x="13457222" y="1157322"/>
                </a:lnTo>
                <a:lnTo>
                  <a:pt x="0" y="1157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17277" r="0" b="-29318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-76200"/>
            <a:ext cx="861362" cy="67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0"/>
              </a:lnSpc>
              <a:spcBef>
                <a:spcPct val="0"/>
              </a:spcBef>
            </a:pPr>
            <a:r>
              <a:rPr lang="en-US" sz="3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13380"/>
            <a:ext cx="14534908" cy="55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0"/>
              </a:lnSpc>
              <a:spcBef>
                <a:spcPct val="0"/>
              </a:spcBef>
            </a:pPr>
            <a:r>
              <a:rPr lang="en-US" b="true" sz="32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now the user has the folder in his collaborative folders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5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08775" y="-3256722"/>
            <a:ext cx="5758450" cy="5758450"/>
          </a:xfrm>
          <a:custGeom>
            <a:avLst/>
            <a:gdLst/>
            <a:ahLst/>
            <a:cxnLst/>
            <a:rect r="r" b="b" t="t" l="l"/>
            <a:pathLst>
              <a:path h="5758450" w="5758450">
                <a:moveTo>
                  <a:pt x="0" y="0"/>
                </a:moveTo>
                <a:lnTo>
                  <a:pt x="5758450" y="0"/>
                </a:lnTo>
                <a:lnTo>
                  <a:pt x="5758450" y="5758450"/>
                </a:lnTo>
                <a:lnTo>
                  <a:pt x="0" y="5758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4834" y="882255"/>
            <a:ext cx="17321511" cy="8801293"/>
            <a:chOff x="0" y="0"/>
            <a:chExt cx="4562044" cy="23180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62044" cy="2318036"/>
            </a:xfrm>
            <a:custGeom>
              <a:avLst/>
              <a:gdLst/>
              <a:ahLst/>
              <a:cxnLst/>
              <a:rect r="r" b="b" t="t" l="l"/>
              <a:pathLst>
                <a:path h="2318036" w="4562044">
                  <a:moveTo>
                    <a:pt x="14303" y="0"/>
                  </a:moveTo>
                  <a:lnTo>
                    <a:pt x="4547741" y="0"/>
                  </a:lnTo>
                  <a:cubicBezTo>
                    <a:pt x="4551535" y="0"/>
                    <a:pt x="4555173" y="1507"/>
                    <a:pt x="4557855" y="4189"/>
                  </a:cubicBezTo>
                  <a:cubicBezTo>
                    <a:pt x="4560537" y="6871"/>
                    <a:pt x="4562044" y="10509"/>
                    <a:pt x="4562044" y="14303"/>
                  </a:cubicBezTo>
                  <a:lnTo>
                    <a:pt x="4562044" y="2303733"/>
                  </a:lnTo>
                  <a:cubicBezTo>
                    <a:pt x="4562044" y="2307527"/>
                    <a:pt x="4560537" y="2311165"/>
                    <a:pt x="4557855" y="2313847"/>
                  </a:cubicBezTo>
                  <a:cubicBezTo>
                    <a:pt x="4555173" y="2316529"/>
                    <a:pt x="4551535" y="2318036"/>
                    <a:pt x="4547741" y="2318036"/>
                  </a:cubicBezTo>
                  <a:lnTo>
                    <a:pt x="14303" y="2318036"/>
                  </a:lnTo>
                  <a:cubicBezTo>
                    <a:pt x="10509" y="2318036"/>
                    <a:pt x="6871" y="2316529"/>
                    <a:pt x="4189" y="2313847"/>
                  </a:cubicBezTo>
                  <a:cubicBezTo>
                    <a:pt x="1507" y="2311165"/>
                    <a:pt x="0" y="2307527"/>
                    <a:pt x="0" y="2303733"/>
                  </a:cubicBezTo>
                  <a:lnTo>
                    <a:pt x="0" y="14303"/>
                  </a:lnTo>
                  <a:cubicBezTo>
                    <a:pt x="0" y="10509"/>
                    <a:pt x="1507" y="6871"/>
                    <a:pt x="4189" y="4189"/>
                  </a:cubicBezTo>
                  <a:cubicBezTo>
                    <a:pt x="6871" y="1507"/>
                    <a:pt x="10509" y="0"/>
                    <a:pt x="143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19A">
                    <a:alpha val="100000"/>
                  </a:srgbClr>
                </a:gs>
                <a:gs pos="100000">
                  <a:srgbClr val="00222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62044" cy="2356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708951" y="7578049"/>
            <a:ext cx="5417903" cy="5417903"/>
          </a:xfrm>
          <a:custGeom>
            <a:avLst/>
            <a:gdLst/>
            <a:ahLst/>
            <a:cxnLst/>
            <a:rect r="r" b="b" t="t" l="l"/>
            <a:pathLst>
              <a:path h="5417903" w="5417903">
                <a:moveTo>
                  <a:pt x="0" y="0"/>
                </a:moveTo>
                <a:lnTo>
                  <a:pt x="5417902" y="0"/>
                </a:lnTo>
                <a:lnTo>
                  <a:pt x="5417902" y="5417902"/>
                </a:lnTo>
                <a:lnTo>
                  <a:pt x="0" y="5417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96594" y="4602734"/>
            <a:ext cx="9294813" cy="68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0"/>
              </a:lnSpc>
              <a:spcBef>
                <a:spcPct val="0"/>
              </a:spcBef>
            </a:pPr>
            <a:r>
              <a:rPr lang="en-US" b="true" sz="39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DAHAqyovtss</dc:identifier>
  <dcterms:modified xsi:type="dcterms:W3CDTF">2011-08-01T06:04:30Z</dcterms:modified>
  <cp:revision>1</cp:revision>
  <dc:title>secure_share_presentation</dc:title>
</cp:coreProperties>
</file>